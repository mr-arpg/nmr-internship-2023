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2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6363A2-C2CE-4C1B-45D3-6ED68BFA00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D6739D9-9059-AC34-82BD-55FECE077A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CC926379-FECF-45E7-9A80-EB015961E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5F5D2-C9A7-4296-A4B4-D5D5F5250812}" type="datetimeFigureOut">
              <a:rPr lang="pt-PT" smtClean="0"/>
              <a:t>31/01/2023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753E93E0-D732-ED9A-4D8F-500FD173D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C9F4118B-EA33-C211-5443-85FDEEE80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5C302-74CA-4D1D-8E6E-A51A5DE1E6E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41913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1AE60A-B40B-F9D7-DE0E-D676AF853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2F8FB735-E5F9-4035-1AF1-8965047C6D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0E05D9F8-4252-B1D0-3A7A-BEBFFBD7B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5F5D2-C9A7-4296-A4B4-D5D5F5250812}" type="datetimeFigureOut">
              <a:rPr lang="pt-PT" smtClean="0"/>
              <a:t>31/01/2023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249E3676-5C44-FDD6-990A-0E5AC9DEC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189AF4C5-4D59-0E23-5772-2D99500E4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5C302-74CA-4D1D-8E6E-A51A5DE1E6E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52669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558CCA-FFFC-FAD7-8FA6-1E18151A2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F64068EF-B71B-24D7-A227-80B9B725B0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99D49BCC-9730-8E48-A15C-E6C103013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5F5D2-C9A7-4296-A4B4-D5D5F5250812}" type="datetimeFigureOut">
              <a:rPr lang="pt-PT" smtClean="0"/>
              <a:t>31/01/2023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3E8D0C10-0308-CBC6-5BD3-AF84CA292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33DD7EA0-291A-0EEA-8169-4522F44FD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5C302-74CA-4D1D-8E6E-A51A5DE1E6E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20241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FED719-E6AD-EC69-F466-21C8FDD79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5C2F1C23-1B5D-9E9B-D0AF-FFFA0EF0EE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0B68D8AB-6038-5A29-7D54-4072A497D8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B36E46F3-6D82-3571-1BED-085467B99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5F5D2-C9A7-4296-A4B4-D5D5F5250812}" type="datetimeFigureOut">
              <a:rPr lang="pt-PT" smtClean="0"/>
              <a:t>31/01/2023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3960AC1E-24B4-8443-F686-9DAB9BAE0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E214DBEC-AA8C-752B-B724-96E4F8738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5C302-74CA-4D1D-8E6E-A51A5DE1E6E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12432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96C0B1-D005-D3C2-F69A-FA3F4BD96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69EA78E8-1B5E-32DA-DA2B-E0A0C50889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61C289EC-9964-00DB-5835-1E9DD0AF82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4DEFFA2A-CF91-EECF-BFFD-7A5A060605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89094CC2-6BC8-A424-7D7C-F339F70D0B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1EDB78C8-13F0-1A12-A8C9-A34A8EA32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5F5D2-C9A7-4296-A4B4-D5D5F5250812}" type="datetimeFigureOut">
              <a:rPr lang="pt-PT" smtClean="0"/>
              <a:t>31/01/2023</a:t>
            </a:fld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509691FB-29DD-E276-015D-D3E5F2A17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B8A6FDD0-47D9-1E43-E1D3-1DB5BA0FE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5C302-74CA-4D1D-8E6E-A51A5DE1E6E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68997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8A0B7E-3447-7734-128B-8036C537A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80A01628-21EA-5897-11AD-981AD87AA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5F5D2-C9A7-4296-A4B4-D5D5F5250812}" type="datetimeFigureOut">
              <a:rPr lang="pt-PT" smtClean="0"/>
              <a:t>31/01/2023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DA82DD28-971A-9C82-3FAA-E184A5428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57DE09D4-1865-539E-274C-BD52EE91C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5C302-74CA-4D1D-8E6E-A51A5DE1E6E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32642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20EDFEF2-5C8C-9D43-D8FB-FE88CCFD5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5F5D2-C9A7-4296-A4B4-D5D5F5250812}" type="datetimeFigureOut">
              <a:rPr lang="pt-PT" smtClean="0"/>
              <a:t>31/01/2023</a:t>
            </a:fld>
            <a:endParaRPr lang="pt-PT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D6056215-1087-7D7C-E943-6A492DA38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7C641211-D734-7E7A-FECE-17FAEEE4D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5C302-74CA-4D1D-8E6E-A51A5DE1E6E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43456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751BB9-1B1D-1704-50B2-4E5A02516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EE6C2998-10E6-1E44-DDCB-F55E412EBA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AC9532F7-EC40-28D8-B638-DCE259E635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3B214843-1B9C-98E7-DFAA-78018EFAF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5F5D2-C9A7-4296-A4B4-D5D5F5250812}" type="datetimeFigureOut">
              <a:rPr lang="pt-PT" smtClean="0"/>
              <a:t>31/01/2023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335E3590-6663-72A2-1F4F-7D4331623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5E9E0687-C4F9-CA53-6231-EE6848598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5C302-74CA-4D1D-8E6E-A51A5DE1E6E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25432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FD1A1A-5D30-B305-4C50-9EF12A312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A12FA973-1620-8C20-7463-01D62B7D49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97EA4810-4BC5-9003-178E-2417A1FBEE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D70640F2-D7EC-ECF2-CFE8-61E827B32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5F5D2-C9A7-4296-A4B4-D5D5F5250812}" type="datetimeFigureOut">
              <a:rPr lang="pt-PT" smtClean="0"/>
              <a:t>31/01/2023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2E0F06BE-9196-FB43-FD45-48D37D4B9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36207B68-305E-CF4F-2719-2798D5A68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5C302-74CA-4D1D-8E6E-A51A5DE1E6E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3119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A9A7CB-BDD4-6AB5-1833-842EBBBE1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45972524-67EB-7ADA-DB90-BE83615063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DE579B52-9FFF-400A-CD03-D978B50BF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5F5D2-C9A7-4296-A4B4-D5D5F5250812}" type="datetimeFigureOut">
              <a:rPr lang="pt-PT" smtClean="0"/>
              <a:t>31/01/2023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217BCEA1-914A-13AC-3573-421D4B31E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F4FC60F3-5A8B-9A71-D4E4-CF411E7CA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5C302-74CA-4D1D-8E6E-A51A5DE1E6E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69822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CDAA90D-D4E4-61AC-9526-032D7A830A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B98D65C0-EE78-B2EA-D845-FFA5844357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6A7B6D5C-0397-5EC1-08AB-C817DDAA8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5F5D2-C9A7-4296-A4B4-D5D5F5250812}" type="datetimeFigureOut">
              <a:rPr lang="pt-PT" smtClean="0"/>
              <a:t>31/01/2023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3DCCDFB8-316F-9CF9-AAD6-B24FCA53B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1C5BD6E3-8C38-F1E3-2BB5-0207EFAD2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5C302-74CA-4D1D-8E6E-A51A5DE1E6E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642262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3DBF52F6-76B0-8A0D-1BD0-912243F5B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2CCC5EE0-6CF2-121C-3281-2C5D29D81D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D326B7B3-B0A3-A3A0-339B-2A6B813F1E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55F5D2-C9A7-4296-A4B4-D5D5F5250812}" type="datetimeFigureOut">
              <a:rPr lang="pt-PT" smtClean="0"/>
              <a:t>31/01/2023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17FD16DC-D473-154A-761D-EB39F2ECF2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35641B46-69F8-49A6-1D74-3A76B2B78C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F5C302-74CA-4D1D-8E6E-A51A5DE1E6E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64101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áfico 4" descr="Monitor com preenchimento sólido">
            <a:extLst>
              <a:ext uri="{FF2B5EF4-FFF2-40B4-BE49-F238E27FC236}">
                <a16:creationId xmlns:a16="http://schemas.microsoft.com/office/drawing/2014/main" id="{DC51D931-6B02-2BFB-8668-237D091831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589101"/>
            <a:ext cx="2876365" cy="2876365"/>
          </a:xfrm>
          <a:prstGeom prst="rect">
            <a:avLst/>
          </a:prstGeom>
        </p:spPr>
      </p:pic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0CA63F55-7B77-8123-0F80-3C24FF33D5EA}"/>
              </a:ext>
            </a:extLst>
          </p:cNvPr>
          <p:cNvSpPr/>
          <p:nvPr/>
        </p:nvSpPr>
        <p:spPr>
          <a:xfrm>
            <a:off x="7446564" y="977453"/>
            <a:ext cx="2556769" cy="4580877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CB9F966C-E7C3-0E13-F639-8642101AE9EB}"/>
              </a:ext>
            </a:extLst>
          </p:cNvPr>
          <p:cNvSpPr/>
          <p:nvPr/>
        </p:nvSpPr>
        <p:spPr>
          <a:xfrm>
            <a:off x="559294" y="4727130"/>
            <a:ext cx="1757779" cy="1056443"/>
          </a:xfrm>
          <a:prstGeom prst="rect">
            <a:avLst/>
          </a:prstGeom>
          <a:solidFill>
            <a:schemeClr val="bg2">
              <a:lumMod val="90000"/>
            </a:schemeClr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A1AAF88C-F17C-8364-4A2C-D8CF0161C22E}"/>
              </a:ext>
            </a:extLst>
          </p:cNvPr>
          <p:cNvSpPr/>
          <p:nvPr/>
        </p:nvSpPr>
        <p:spPr>
          <a:xfrm>
            <a:off x="1010390" y="3465466"/>
            <a:ext cx="842415" cy="773033"/>
          </a:xfrm>
          <a:prstGeom prst="rect">
            <a:avLst/>
          </a:prstGeom>
          <a:solidFill>
            <a:schemeClr val="bg2">
              <a:lumMod val="90000"/>
            </a:schemeClr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C9A0BE8B-554D-96E1-15E5-5E28F7D93A8B}"/>
              </a:ext>
            </a:extLst>
          </p:cNvPr>
          <p:cNvSpPr txBox="1"/>
          <p:nvPr/>
        </p:nvSpPr>
        <p:spPr>
          <a:xfrm>
            <a:off x="5681934" y="790545"/>
            <a:ext cx="1172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Amostra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9EE854C4-08A0-FA03-673D-70C955E7399E}"/>
              </a:ext>
            </a:extLst>
          </p:cNvPr>
          <p:cNvSpPr/>
          <p:nvPr/>
        </p:nvSpPr>
        <p:spPr>
          <a:xfrm>
            <a:off x="7635952" y="4920904"/>
            <a:ext cx="2177992" cy="541537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Trapézio 3">
            <a:extLst>
              <a:ext uri="{FF2B5EF4-FFF2-40B4-BE49-F238E27FC236}">
                <a16:creationId xmlns:a16="http://schemas.microsoft.com/office/drawing/2014/main" id="{F52B39FE-BB66-52CB-75EC-E0913C8F8DBD}"/>
              </a:ext>
            </a:extLst>
          </p:cNvPr>
          <p:cNvSpPr/>
          <p:nvPr/>
        </p:nvSpPr>
        <p:spPr>
          <a:xfrm>
            <a:off x="8551831" y="5255352"/>
            <a:ext cx="346231" cy="205443"/>
          </a:xfrm>
          <a:prstGeom prst="trapezoid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" name="Fluxograma: Atraso 7">
            <a:extLst>
              <a:ext uri="{FF2B5EF4-FFF2-40B4-BE49-F238E27FC236}">
                <a16:creationId xmlns:a16="http://schemas.microsoft.com/office/drawing/2014/main" id="{E7EB07BA-98B6-9625-FDC1-ABD442967C70}"/>
              </a:ext>
            </a:extLst>
          </p:cNvPr>
          <p:cNvSpPr/>
          <p:nvPr/>
        </p:nvSpPr>
        <p:spPr>
          <a:xfrm rot="20598956">
            <a:off x="8756305" y="5034979"/>
            <a:ext cx="668260" cy="164589"/>
          </a:xfrm>
          <a:prstGeom prst="flowChartDelay">
            <a:avLst/>
          </a:prstGeom>
          <a:solidFill>
            <a:schemeClr val="tx1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9" name="Fluxograma: Atraso 8">
            <a:extLst>
              <a:ext uri="{FF2B5EF4-FFF2-40B4-BE49-F238E27FC236}">
                <a16:creationId xmlns:a16="http://schemas.microsoft.com/office/drawing/2014/main" id="{4B90367E-14F7-BD58-88B3-B7E0EBC3D6D5}"/>
              </a:ext>
            </a:extLst>
          </p:cNvPr>
          <p:cNvSpPr/>
          <p:nvPr/>
        </p:nvSpPr>
        <p:spPr>
          <a:xfrm rot="11446616">
            <a:off x="7926276" y="5046252"/>
            <a:ext cx="765337" cy="186408"/>
          </a:xfrm>
          <a:prstGeom prst="flowChartDelay">
            <a:avLst/>
          </a:prstGeom>
          <a:solidFill>
            <a:schemeClr val="tx1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9FF9D4F-4BD9-219C-8F44-C8AF20B576F5}"/>
              </a:ext>
            </a:extLst>
          </p:cNvPr>
          <p:cNvSpPr/>
          <p:nvPr/>
        </p:nvSpPr>
        <p:spPr>
          <a:xfrm>
            <a:off x="8488210" y="5118729"/>
            <a:ext cx="473475" cy="145885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1" name="Faixa Diagonal 10">
            <a:extLst>
              <a:ext uri="{FF2B5EF4-FFF2-40B4-BE49-F238E27FC236}">
                <a16:creationId xmlns:a16="http://schemas.microsoft.com/office/drawing/2014/main" id="{6D4CEFB2-4E8A-4E3B-B6FB-78C2DF84F420}"/>
              </a:ext>
            </a:extLst>
          </p:cNvPr>
          <p:cNvSpPr/>
          <p:nvPr/>
        </p:nvSpPr>
        <p:spPr>
          <a:xfrm rot="18994111">
            <a:off x="8711476" y="2023841"/>
            <a:ext cx="2381558" cy="2499779"/>
          </a:xfrm>
          <a:prstGeom prst="diagStripe">
            <a:avLst>
              <a:gd name="adj" fmla="val 90679"/>
            </a:avLst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tx1"/>
              </a:solidFill>
            </a:endParaRPr>
          </a:p>
        </p:txBody>
      </p:sp>
      <p:sp>
        <p:nvSpPr>
          <p:cNvPr id="18" name="Faixa Diagonal 17">
            <a:extLst>
              <a:ext uri="{FF2B5EF4-FFF2-40B4-BE49-F238E27FC236}">
                <a16:creationId xmlns:a16="http://schemas.microsoft.com/office/drawing/2014/main" id="{44B8DA9F-C163-B225-6F98-7CE90B762E17}"/>
              </a:ext>
            </a:extLst>
          </p:cNvPr>
          <p:cNvSpPr/>
          <p:nvPr/>
        </p:nvSpPr>
        <p:spPr>
          <a:xfrm rot="8155215">
            <a:off x="6338828" y="1947950"/>
            <a:ext cx="2455095" cy="2558393"/>
          </a:xfrm>
          <a:prstGeom prst="diagStripe">
            <a:avLst>
              <a:gd name="adj" fmla="val 89906"/>
            </a:avLst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tx1"/>
              </a:solidFill>
            </a:endParaRPr>
          </a:p>
        </p:txBody>
      </p:sp>
      <p:sp>
        <p:nvSpPr>
          <p:cNvPr id="24" name="Fluxograma: Atraso 23">
            <a:extLst>
              <a:ext uri="{FF2B5EF4-FFF2-40B4-BE49-F238E27FC236}">
                <a16:creationId xmlns:a16="http://schemas.microsoft.com/office/drawing/2014/main" id="{85F1AB01-E537-771C-E8DF-3C4DF0AE764C}"/>
              </a:ext>
            </a:extLst>
          </p:cNvPr>
          <p:cNvSpPr/>
          <p:nvPr/>
        </p:nvSpPr>
        <p:spPr>
          <a:xfrm rot="5400000">
            <a:off x="8275651" y="696441"/>
            <a:ext cx="914404" cy="196330"/>
          </a:xfrm>
          <a:prstGeom prst="flowChartDelay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F3604232-3BD6-5F4B-F733-B882729F54F8}"/>
              </a:ext>
            </a:extLst>
          </p:cNvPr>
          <p:cNvSpPr/>
          <p:nvPr/>
        </p:nvSpPr>
        <p:spPr>
          <a:xfrm>
            <a:off x="8656652" y="977453"/>
            <a:ext cx="152401" cy="258471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5" name="Fluxograma: Atraso 24">
            <a:extLst>
              <a:ext uri="{FF2B5EF4-FFF2-40B4-BE49-F238E27FC236}">
                <a16:creationId xmlns:a16="http://schemas.microsoft.com/office/drawing/2014/main" id="{148EB79C-3285-4111-1A9A-F2A75D2B6563}"/>
              </a:ext>
            </a:extLst>
          </p:cNvPr>
          <p:cNvSpPr/>
          <p:nvPr/>
        </p:nvSpPr>
        <p:spPr>
          <a:xfrm rot="5400000">
            <a:off x="8519475" y="956398"/>
            <a:ext cx="426755" cy="152400"/>
          </a:xfrm>
          <a:prstGeom prst="flowChartDelay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6A96FC2C-5378-C86D-51CA-2D6EFAB3A465}"/>
              </a:ext>
            </a:extLst>
          </p:cNvPr>
          <p:cNvSpPr/>
          <p:nvPr/>
        </p:nvSpPr>
        <p:spPr>
          <a:xfrm rot="5400000">
            <a:off x="8429276" y="3673071"/>
            <a:ext cx="591339" cy="1784411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98F98D3E-5622-02D8-FB76-611D9A93020B}"/>
              </a:ext>
            </a:extLst>
          </p:cNvPr>
          <p:cNvSpPr/>
          <p:nvPr/>
        </p:nvSpPr>
        <p:spPr>
          <a:xfrm rot="5400000">
            <a:off x="8422010" y="3417600"/>
            <a:ext cx="591339" cy="1784411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5025457-BAE6-B503-0EF2-86624E8B92E8}"/>
              </a:ext>
            </a:extLst>
          </p:cNvPr>
          <p:cNvSpPr/>
          <p:nvPr/>
        </p:nvSpPr>
        <p:spPr>
          <a:xfrm rot="5400000">
            <a:off x="8414744" y="3169065"/>
            <a:ext cx="591339" cy="1784411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04D7DE7-2A5A-B575-E258-CBD1938A249B}"/>
              </a:ext>
            </a:extLst>
          </p:cNvPr>
          <p:cNvSpPr/>
          <p:nvPr/>
        </p:nvSpPr>
        <p:spPr>
          <a:xfrm rot="5400000">
            <a:off x="8415499" y="2874675"/>
            <a:ext cx="591339" cy="1784411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FE36417-7EE1-AFCA-ACCE-5EAD46FEDF9A}"/>
              </a:ext>
            </a:extLst>
          </p:cNvPr>
          <p:cNvSpPr/>
          <p:nvPr/>
        </p:nvSpPr>
        <p:spPr>
          <a:xfrm rot="10800000">
            <a:off x="7979721" y="3098224"/>
            <a:ext cx="219512" cy="49351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5AA24E3-1577-9DDC-CF30-DBF33D985068}"/>
              </a:ext>
            </a:extLst>
          </p:cNvPr>
          <p:cNvSpPr/>
          <p:nvPr/>
        </p:nvSpPr>
        <p:spPr>
          <a:xfrm rot="10800000">
            <a:off x="8129487" y="3101353"/>
            <a:ext cx="219512" cy="49351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D3FE903D-E96D-5610-F2B6-21B8C9A06C20}"/>
              </a:ext>
            </a:extLst>
          </p:cNvPr>
          <p:cNvSpPr/>
          <p:nvPr/>
        </p:nvSpPr>
        <p:spPr>
          <a:xfrm rot="10800000">
            <a:off x="8269023" y="3104232"/>
            <a:ext cx="219512" cy="49351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1689AD3E-FED7-C151-01A1-1721D8590E6E}"/>
              </a:ext>
            </a:extLst>
          </p:cNvPr>
          <p:cNvSpPr/>
          <p:nvPr/>
        </p:nvSpPr>
        <p:spPr>
          <a:xfrm rot="10800000">
            <a:off x="8403461" y="3097401"/>
            <a:ext cx="219512" cy="49351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BD989D73-3F80-F764-3B4B-1B9DD052F3E1}"/>
              </a:ext>
            </a:extLst>
          </p:cNvPr>
          <p:cNvSpPr/>
          <p:nvPr/>
        </p:nvSpPr>
        <p:spPr>
          <a:xfrm rot="10800000" flipH="1">
            <a:off x="8845034" y="3067191"/>
            <a:ext cx="219512" cy="49351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BCC3F06D-A80D-7A18-93CB-C1C937700829}"/>
              </a:ext>
            </a:extLst>
          </p:cNvPr>
          <p:cNvSpPr/>
          <p:nvPr/>
        </p:nvSpPr>
        <p:spPr>
          <a:xfrm rot="10800000" flipH="1">
            <a:off x="8994800" y="3070320"/>
            <a:ext cx="219512" cy="49351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C4EA2E59-AB89-5402-A720-C2C42AFD250D}"/>
              </a:ext>
            </a:extLst>
          </p:cNvPr>
          <p:cNvSpPr/>
          <p:nvPr/>
        </p:nvSpPr>
        <p:spPr>
          <a:xfrm rot="10800000" flipH="1">
            <a:off x="9134336" y="3073199"/>
            <a:ext cx="219512" cy="49351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31D1A8E5-34BD-F58B-D973-AF7AFE711303}"/>
              </a:ext>
            </a:extLst>
          </p:cNvPr>
          <p:cNvSpPr/>
          <p:nvPr/>
        </p:nvSpPr>
        <p:spPr>
          <a:xfrm rot="10800000" flipH="1">
            <a:off x="9268774" y="3066368"/>
            <a:ext cx="219512" cy="49351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9533B4EE-CFFC-3444-F80D-8DDC19B40EFC}"/>
              </a:ext>
            </a:extLst>
          </p:cNvPr>
          <p:cNvSpPr/>
          <p:nvPr/>
        </p:nvSpPr>
        <p:spPr>
          <a:xfrm rot="5400000">
            <a:off x="8414743" y="2060445"/>
            <a:ext cx="591339" cy="1784411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944BCC3F-D312-1BB7-5FE1-AB6FC9A121B2}"/>
              </a:ext>
            </a:extLst>
          </p:cNvPr>
          <p:cNvSpPr/>
          <p:nvPr/>
        </p:nvSpPr>
        <p:spPr>
          <a:xfrm rot="5400000">
            <a:off x="8406622" y="1819357"/>
            <a:ext cx="591339" cy="1784411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B7923C33-9C86-0C6A-A164-3BB1FF073DF7}"/>
              </a:ext>
            </a:extLst>
          </p:cNvPr>
          <p:cNvSpPr/>
          <p:nvPr/>
        </p:nvSpPr>
        <p:spPr>
          <a:xfrm rot="5400000">
            <a:off x="8406622" y="1556551"/>
            <a:ext cx="591339" cy="1784411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4F568FD5-1DE0-3CD2-3E2A-58A95FDA3B46}"/>
              </a:ext>
            </a:extLst>
          </p:cNvPr>
          <p:cNvSpPr/>
          <p:nvPr/>
        </p:nvSpPr>
        <p:spPr>
          <a:xfrm rot="5400000">
            <a:off x="8414744" y="1262049"/>
            <a:ext cx="591339" cy="1784411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D9029F98-1C19-E9F3-3357-3F2CCBA4CB3F}"/>
              </a:ext>
            </a:extLst>
          </p:cNvPr>
          <p:cNvSpPr/>
          <p:nvPr/>
        </p:nvSpPr>
        <p:spPr>
          <a:xfrm rot="5400000">
            <a:off x="8420929" y="2617982"/>
            <a:ext cx="591339" cy="1784411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903548F2-3BD6-FDA4-04A4-B69F90D064A0}"/>
              </a:ext>
            </a:extLst>
          </p:cNvPr>
          <p:cNvSpPr txBox="1"/>
          <p:nvPr/>
        </p:nvSpPr>
        <p:spPr>
          <a:xfrm>
            <a:off x="1069438" y="4899414"/>
            <a:ext cx="10873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4000" dirty="0"/>
              <a:t>RF</a:t>
            </a:r>
          </a:p>
        </p:txBody>
      </p:sp>
      <p:sp>
        <p:nvSpPr>
          <p:cNvPr id="47" name="Retângulo 46">
            <a:extLst>
              <a:ext uri="{FF2B5EF4-FFF2-40B4-BE49-F238E27FC236}">
                <a16:creationId xmlns:a16="http://schemas.microsoft.com/office/drawing/2014/main" id="{4622B170-CE42-A6C8-4631-56DA1B6ACBEB}"/>
              </a:ext>
            </a:extLst>
          </p:cNvPr>
          <p:cNvSpPr/>
          <p:nvPr/>
        </p:nvSpPr>
        <p:spPr>
          <a:xfrm>
            <a:off x="3138841" y="5000043"/>
            <a:ext cx="1757779" cy="510617"/>
          </a:xfrm>
          <a:prstGeom prst="rect">
            <a:avLst/>
          </a:prstGeom>
          <a:solidFill>
            <a:schemeClr val="bg2">
              <a:lumMod val="90000"/>
            </a:schemeClr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F4C98CEA-FCE2-3E2E-BC5B-793A87ABAEE0}"/>
              </a:ext>
            </a:extLst>
          </p:cNvPr>
          <p:cNvSpPr txBox="1"/>
          <p:nvPr/>
        </p:nvSpPr>
        <p:spPr>
          <a:xfrm>
            <a:off x="3253083" y="5075465"/>
            <a:ext cx="15374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000" dirty="0"/>
              <a:t>Amplificador</a:t>
            </a:r>
          </a:p>
        </p:txBody>
      </p:sp>
      <p:sp>
        <p:nvSpPr>
          <p:cNvPr id="49" name="Forma livre: Forma 48">
            <a:extLst>
              <a:ext uri="{FF2B5EF4-FFF2-40B4-BE49-F238E27FC236}">
                <a16:creationId xmlns:a16="http://schemas.microsoft.com/office/drawing/2014/main" id="{CE7094D1-3E04-D818-C1E3-661B862FD5ED}"/>
              </a:ext>
            </a:extLst>
          </p:cNvPr>
          <p:cNvSpPr/>
          <p:nvPr/>
        </p:nvSpPr>
        <p:spPr>
          <a:xfrm rot="1147320" flipV="1">
            <a:off x="6392419" y="479065"/>
            <a:ext cx="2139906" cy="660643"/>
          </a:xfrm>
          <a:custGeom>
            <a:avLst/>
            <a:gdLst>
              <a:gd name="connsiteX0" fmla="*/ 0 w 967666"/>
              <a:gd name="connsiteY0" fmla="*/ 0 h 506027"/>
              <a:gd name="connsiteX1" fmla="*/ 248575 w 967666"/>
              <a:gd name="connsiteY1" fmla="*/ 328473 h 506027"/>
              <a:gd name="connsiteX2" fmla="*/ 967666 w 967666"/>
              <a:gd name="connsiteY2" fmla="*/ 506027 h 506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67666" h="506027">
                <a:moveTo>
                  <a:pt x="0" y="0"/>
                </a:moveTo>
                <a:cubicBezTo>
                  <a:pt x="43648" y="122067"/>
                  <a:pt x="87297" y="244135"/>
                  <a:pt x="248575" y="328473"/>
                </a:cubicBezTo>
                <a:cubicBezTo>
                  <a:pt x="409853" y="412811"/>
                  <a:pt x="872971" y="500109"/>
                  <a:pt x="967666" y="506027"/>
                </a:cubicBez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cxnSp>
        <p:nvCxnSpPr>
          <p:cNvPr id="51" name="Conexão reta 50">
            <a:extLst>
              <a:ext uri="{FF2B5EF4-FFF2-40B4-BE49-F238E27FC236}">
                <a16:creationId xmlns:a16="http://schemas.microsoft.com/office/drawing/2014/main" id="{4BF3F912-2CB4-62D3-B553-DC6C48F271E4}"/>
              </a:ext>
            </a:extLst>
          </p:cNvPr>
          <p:cNvCxnSpPr>
            <a:cxnSpLocks/>
            <a:stCxn id="10" idx="2"/>
          </p:cNvCxnSpPr>
          <p:nvPr/>
        </p:nvCxnSpPr>
        <p:spPr>
          <a:xfrm flipH="1">
            <a:off x="8724945" y="5558330"/>
            <a:ext cx="4" cy="46375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xão reta 53">
            <a:extLst>
              <a:ext uri="{FF2B5EF4-FFF2-40B4-BE49-F238E27FC236}">
                <a16:creationId xmlns:a16="http://schemas.microsoft.com/office/drawing/2014/main" id="{104BD955-403C-A206-A2D1-F57CCED86863}"/>
              </a:ext>
            </a:extLst>
          </p:cNvPr>
          <p:cNvCxnSpPr>
            <a:cxnSpLocks/>
          </p:cNvCxnSpPr>
          <p:nvPr/>
        </p:nvCxnSpPr>
        <p:spPr>
          <a:xfrm flipH="1">
            <a:off x="4027179" y="6022080"/>
            <a:ext cx="471956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exão reta 81">
            <a:extLst>
              <a:ext uri="{FF2B5EF4-FFF2-40B4-BE49-F238E27FC236}">
                <a16:creationId xmlns:a16="http://schemas.microsoft.com/office/drawing/2014/main" id="{F74BE52F-86A3-6C03-3330-9BD5104BEECA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1431598" y="2744426"/>
            <a:ext cx="0" cy="72104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exão reta 85">
            <a:extLst>
              <a:ext uri="{FF2B5EF4-FFF2-40B4-BE49-F238E27FC236}">
                <a16:creationId xmlns:a16="http://schemas.microsoft.com/office/drawing/2014/main" id="{94DFA8B9-883E-4C2B-D156-AD5D925949C4}"/>
              </a:ext>
            </a:extLst>
          </p:cNvPr>
          <p:cNvCxnSpPr>
            <a:cxnSpLocks/>
            <a:stCxn id="13" idx="2"/>
            <a:endCxn id="12" idx="0"/>
          </p:cNvCxnSpPr>
          <p:nvPr/>
        </p:nvCxnSpPr>
        <p:spPr>
          <a:xfrm>
            <a:off x="1431598" y="4238499"/>
            <a:ext cx="6586" cy="48863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exão reta 89">
            <a:extLst>
              <a:ext uri="{FF2B5EF4-FFF2-40B4-BE49-F238E27FC236}">
                <a16:creationId xmlns:a16="http://schemas.microsoft.com/office/drawing/2014/main" id="{51B5BD07-04F7-D731-0CB9-35148B52CEAD}"/>
              </a:ext>
            </a:extLst>
          </p:cNvPr>
          <p:cNvCxnSpPr>
            <a:cxnSpLocks/>
            <a:stCxn id="12" idx="3"/>
            <a:endCxn id="47" idx="1"/>
          </p:cNvCxnSpPr>
          <p:nvPr/>
        </p:nvCxnSpPr>
        <p:spPr>
          <a:xfrm>
            <a:off x="2317073" y="5255352"/>
            <a:ext cx="82176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exão reta 92">
            <a:extLst>
              <a:ext uri="{FF2B5EF4-FFF2-40B4-BE49-F238E27FC236}">
                <a16:creationId xmlns:a16="http://schemas.microsoft.com/office/drawing/2014/main" id="{55B7190B-FC6F-2D36-3115-F6BC52CD39F3}"/>
              </a:ext>
            </a:extLst>
          </p:cNvPr>
          <p:cNvCxnSpPr>
            <a:cxnSpLocks/>
            <a:endCxn id="47" idx="2"/>
          </p:cNvCxnSpPr>
          <p:nvPr/>
        </p:nvCxnSpPr>
        <p:spPr>
          <a:xfrm flipH="1" flipV="1">
            <a:off x="4017731" y="5510660"/>
            <a:ext cx="9448" cy="51142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Oval 94">
            <a:extLst>
              <a:ext uri="{FF2B5EF4-FFF2-40B4-BE49-F238E27FC236}">
                <a16:creationId xmlns:a16="http://schemas.microsoft.com/office/drawing/2014/main" id="{F5392F37-7957-CAA8-1855-76F7161AFBBF}"/>
              </a:ext>
            </a:extLst>
          </p:cNvPr>
          <p:cNvSpPr/>
          <p:nvPr/>
        </p:nvSpPr>
        <p:spPr>
          <a:xfrm>
            <a:off x="1565549" y="3977339"/>
            <a:ext cx="159798" cy="167862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96" name="Retângulo 95">
            <a:extLst>
              <a:ext uri="{FF2B5EF4-FFF2-40B4-BE49-F238E27FC236}">
                <a16:creationId xmlns:a16="http://schemas.microsoft.com/office/drawing/2014/main" id="{6D5B47FE-7B61-04A1-4677-A6935680B8B4}"/>
              </a:ext>
            </a:extLst>
          </p:cNvPr>
          <p:cNvSpPr/>
          <p:nvPr/>
        </p:nvSpPr>
        <p:spPr>
          <a:xfrm>
            <a:off x="1111678" y="3566712"/>
            <a:ext cx="626740" cy="32882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cxnSp>
        <p:nvCxnSpPr>
          <p:cNvPr id="98" name="Conexão reta 97">
            <a:extLst>
              <a:ext uri="{FF2B5EF4-FFF2-40B4-BE49-F238E27FC236}">
                <a16:creationId xmlns:a16="http://schemas.microsoft.com/office/drawing/2014/main" id="{5E7BD4F1-0CEF-28C0-FF84-E7E6B47F9DDE}"/>
              </a:ext>
            </a:extLst>
          </p:cNvPr>
          <p:cNvCxnSpPr/>
          <p:nvPr/>
        </p:nvCxnSpPr>
        <p:spPr>
          <a:xfrm>
            <a:off x="1328848" y="3566712"/>
            <a:ext cx="0" cy="3288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exão reta 99">
            <a:extLst>
              <a:ext uri="{FF2B5EF4-FFF2-40B4-BE49-F238E27FC236}">
                <a16:creationId xmlns:a16="http://schemas.microsoft.com/office/drawing/2014/main" id="{2AB539AF-63E4-5F9B-D16A-63391449B8F8}"/>
              </a:ext>
            </a:extLst>
          </p:cNvPr>
          <p:cNvCxnSpPr/>
          <p:nvPr/>
        </p:nvCxnSpPr>
        <p:spPr>
          <a:xfrm>
            <a:off x="1533164" y="3566712"/>
            <a:ext cx="0" cy="3288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exão reta 101">
            <a:extLst>
              <a:ext uri="{FF2B5EF4-FFF2-40B4-BE49-F238E27FC236}">
                <a16:creationId xmlns:a16="http://schemas.microsoft.com/office/drawing/2014/main" id="{B851C8E6-A80B-5C91-7377-A9FABD196474}"/>
              </a:ext>
            </a:extLst>
          </p:cNvPr>
          <p:cNvCxnSpPr>
            <a:cxnSpLocks/>
          </p:cNvCxnSpPr>
          <p:nvPr/>
        </p:nvCxnSpPr>
        <p:spPr>
          <a:xfrm>
            <a:off x="1111678" y="3683501"/>
            <a:ext cx="6267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xão reta 103">
            <a:extLst>
              <a:ext uri="{FF2B5EF4-FFF2-40B4-BE49-F238E27FC236}">
                <a16:creationId xmlns:a16="http://schemas.microsoft.com/office/drawing/2014/main" id="{257D8AF2-A03D-D73F-DB2A-77E764109DB1}"/>
              </a:ext>
            </a:extLst>
          </p:cNvPr>
          <p:cNvCxnSpPr>
            <a:cxnSpLocks/>
          </p:cNvCxnSpPr>
          <p:nvPr/>
        </p:nvCxnSpPr>
        <p:spPr>
          <a:xfrm>
            <a:off x="1111678" y="3784651"/>
            <a:ext cx="6267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Forma livre: Forma 104">
            <a:extLst>
              <a:ext uri="{FF2B5EF4-FFF2-40B4-BE49-F238E27FC236}">
                <a16:creationId xmlns:a16="http://schemas.microsoft.com/office/drawing/2014/main" id="{F7AC81E8-2D0C-C656-1C56-D2D01991B183}"/>
              </a:ext>
            </a:extLst>
          </p:cNvPr>
          <p:cNvSpPr/>
          <p:nvPr/>
        </p:nvSpPr>
        <p:spPr>
          <a:xfrm rot="377888">
            <a:off x="6690847" y="4630202"/>
            <a:ext cx="1303470" cy="553783"/>
          </a:xfrm>
          <a:custGeom>
            <a:avLst/>
            <a:gdLst>
              <a:gd name="connsiteX0" fmla="*/ 0 w 967666"/>
              <a:gd name="connsiteY0" fmla="*/ 0 h 506027"/>
              <a:gd name="connsiteX1" fmla="*/ 248575 w 967666"/>
              <a:gd name="connsiteY1" fmla="*/ 328473 h 506027"/>
              <a:gd name="connsiteX2" fmla="*/ 967666 w 967666"/>
              <a:gd name="connsiteY2" fmla="*/ 506027 h 506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67666" h="506027">
                <a:moveTo>
                  <a:pt x="0" y="0"/>
                </a:moveTo>
                <a:cubicBezTo>
                  <a:pt x="43648" y="122067"/>
                  <a:pt x="87297" y="244135"/>
                  <a:pt x="248575" y="328473"/>
                </a:cubicBezTo>
                <a:cubicBezTo>
                  <a:pt x="409853" y="412811"/>
                  <a:pt x="872971" y="500109"/>
                  <a:pt x="967666" y="506027"/>
                </a:cubicBez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06" name="CaixaDeTexto 105">
            <a:extLst>
              <a:ext uri="{FF2B5EF4-FFF2-40B4-BE49-F238E27FC236}">
                <a16:creationId xmlns:a16="http://schemas.microsoft.com/office/drawing/2014/main" id="{3774FB7F-E0CC-82FE-976F-604BF2A80860}"/>
              </a:ext>
            </a:extLst>
          </p:cNvPr>
          <p:cNvSpPr txBox="1"/>
          <p:nvPr/>
        </p:nvSpPr>
        <p:spPr>
          <a:xfrm>
            <a:off x="4247139" y="3884381"/>
            <a:ext cx="2951827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dirty="0"/>
              <a:t>Sistema de Aquecimento</a:t>
            </a:r>
          </a:p>
          <a:p>
            <a:pPr algn="ctr"/>
            <a:r>
              <a:rPr lang="pt-PT" sz="1100" dirty="0"/>
              <a:t>(fluxo de ar direcionado para a amostra)</a:t>
            </a:r>
          </a:p>
        </p:txBody>
      </p:sp>
      <p:pic>
        <p:nvPicPr>
          <p:cNvPr id="108" name="Imagem 107">
            <a:extLst>
              <a:ext uri="{FF2B5EF4-FFF2-40B4-BE49-F238E27FC236}">
                <a16:creationId xmlns:a16="http://schemas.microsoft.com/office/drawing/2014/main" id="{480B1E60-EDBA-A522-8B4F-DA194CE3C5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57" y="1363569"/>
            <a:ext cx="1529781" cy="990032"/>
          </a:xfrm>
          <a:prstGeom prst="rect">
            <a:avLst/>
          </a:prstGeom>
        </p:spPr>
      </p:pic>
      <p:sp>
        <p:nvSpPr>
          <p:cNvPr id="109" name="Forma livre: Forma 108">
            <a:extLst>
              <a:ext uri="{FF2B5EF4-FFF2-40B4-BE49-F238E27FC236}">
                <a16:creationId xmlns:a16="http://schemas.microsoft.com/office/drawing/2014/main" id="{EF473B28-B23B-9B09-CF16-8E7B64679018}"/>
              </a:ext>
            </a:extLst>
          </p:cNvPr>
          <p:cNvSpPr/>
          <p:nvPr/>
        </p:nvSpPr>
        <p:spPr>
          <a:xfrm rot="2393764" flipV="1">
            <a:off x="6676994" y="2356923"/>
            <a:ext cx="1606129" cy="470358"/>
          </a:xfrm>
          <a:custGeom>
            <a:avLst/>
            <a:gdLst>
              <a:gd name="connsiteX0" fmla="*/ 0 w 967666"/>
              <a:gd name="connsiteY0" fmla="*/ 0 h 506027"/>
              <a:gd name="connsiteX1" fmla="*/ 248575 w 967666"/>
              <a:gd name="connsiteY1" fmla="*/ 328473 h 506027"/>
              <a:gd name="connsiteX2" fmla="*/ 967666 w 967666"/>
              <a:gd name="connsiteY2" fmla="*/ 506027 h 506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67666" h="506027">
                <a:moveTo>
                  <a:pt x="0" y="0"/>
                </a:moveTo>
                <a:cubicBezTo>
                  <a:pt x="43648" y="122067"/>
                  <a:pt x="87297" y="244135"/>
                  <a:pt x="248575" y="328473"/>
                </a:cubicBezTo>
                <a:cubicBezTo>
                  <a:pt x="409853" y="412811"/>
                  <a:pt x="872971" y="500109"/>
                  <a:pt x="967666" y="506027"/>
                </a:cubicBez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11" name="CaixaDeTexto 110">
            <a:extLst>
              <a:ext uri="{FF2B5EF4-FFF2-40B4-BE49-F238E27FC236}">
                <a16:creationId xmlns:a16="http://schemas.microsoft.com/office/drawing/2014/main" id="{E2CA37C7-54FD-A548-1831-B72882836EC0}"/>
              </a:ext>
            </a:extLst>
          </p:cNvPr>
          <p:cNvSpPr txBox="1"/>
          <p:nvPr/>
        </p:nvSpPr>
        <p:spPr>
          <a:xfrm>
            <a:off x="5778715" y="2091879"/>
            <a:ext cx="1172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Bobinas</a:t>
            </a:r>
          </a:p>
        </p:txBody>
      </p:sp>
      <p:sp>
        <p:nvSpPr>
          <p:cNvPr id="112" name="CaixaDeTexto 111">
            <a:extLst>
              <a:ext uri="{FF2B5EF4-FFF2-40B4-BE49-F238E27FC236}">
                <a16:creationId xmlns:a16="http://schemas.microsoft.com/office/drawing/2014/main" id="{70755CB9-9879-1F94-551D-B9CEEFBC2DEB}"/>
              </a:ext>
            </a:extLst>
          </p:cNvPr>
          <p:cNvSpPr txBox="1"/>
          <p:nvPr/>
        </p:nvSpPr>
        <p:spPr>
          <a:xfrm>
            <a:off x="2084756" y="3245936"/>
            <a:ext cx="1434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dirty="0"/>
              <a:t>Consola</a:t>
            </a:r>
          </a:p>
        </p:txBody>
      </p:sp>
      <p:sp>
        <p:nvSpPr>
          <p:cNvPr id="113" name="Forma livre: Forma 112">
            <a:extLst>
              <a:ext uri="{FF2B5EF4-FFF2-40B4-BE49-F238E27FC236}">
                <a16:creationId xmlns:a16="http://schemas.microsoft.com/office/drawing/2014/main" id="{3DF9D4DE-D85A-CFAE-5F3E-68F12EF9B720}"/>
              </a:ext>
            </a:extLst>
          </p:cNvPr>
          <p:cNvSpPr/>
          <p:nvPr/>
        </p:nvSpPr>
        <p:spPr>
          <a:xfrm rot="377888" flipH="1">
            <a:off x="2046433" y="3587228"/>
            <a:ext cx="711218" cy="553783"/>
          </a:xfrm>
          <a:custGeom>
            <a:avLst/>
            <a:gdLst>
              <a:gd name="connsiteX0" fmla="*/ 0 w 967666"/>
              <a:gd name="connsiteY0" fmla="*/ 0 h 506027"/>
              <a:gd name="connsiteX1" fmla="*/ 248575 w 967666"/>
              <a:gd name="connsiteY1" fmla="*/ 328473 h 506027"/>
              <a:gd name="connsiteX2" fmla="*/ 967666 w 967666"/>
              <a:gd name="connsiteY2" fmla="*/ 506027 h 506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67666" h="506027">
                <a:moveTo>
                  <a:pt x="0" y="0"/>
                </a:moveTo>
                <a:cubicBezTo>
                  <a:pt x="43648" y="122067"/>
                  <a:pt x="87297" y="244135"/>
                  <a:pt x="248575" y="328473"/>
                </a:cubicBezTo>
                <a:cubicBezTo>
                  <a:pt x="409853" y="412811"/>
                  <a:pt x="872971" y="500109"/>
                  <a:pt x="967666" y="506027"/>
                </a:cubicBez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14" name="Fluxograma: Atraso 113">
            <a:extLst>
              <a:ext uri="{FF2B5EF4-FFF2-40B4-BE49-F238E27FC236}">
                <a16:creationId xmlns:a16="http://schemas.microsoft.com/office/drawing/2014/main" id="{96EC0426-BCBC-2F01-186C-DDD7B9467800}"/>
              </a:ext>
            </a:extLst>
          </p:cNvPr>
          <p:cNvSpPr/>
          <p:nvPr/>
        </p:nvSpPr>
        <p:spPr>
          <a:xfrm rot="5400000">
            <a:off x="8276596" y="3103351"/>
            <a:ext cx="914404" cy="196330"/>
          </a:xfrm>
          <a:prstGeom prst="flowChartDelay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15" name="Fluxograma: Atraso 114">
            <a:extLst>
              <a:ext uri="{FF2B5EF4-FFF2-40B4-BE49-F238E27FC236}">
                <a16:creationId xmlns:a16="http://schemas.microsoft.com/office/drawing/2014/main" id="{003AEE52-81E6-1DB5-6F9B-5E40DDA71032}"/>
              </a:ext>
            </a:extLst>
          </p:cNvPr>
          <p:cNvSpPr/>
          <p:nvPr/>
        </p:nvSpPr>
        <p:spPr>
          <a:xfrm rot="5400000">
            <a:off x="8520420" y="3363308"/>
            <a:ext cx="426755" cy="152400"/>
          </a:xfrm>
          <a:prstGeom prst="flowChartDelay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16" name="Forma livre: Forma 115">
            <a:extLst>
              <a:ext uri="{FF2B5EF4-FFF2-40B4-BE49-F238E27FC236}">
                <a16:creationId xmlns:a16="http://schemas.microsoft.com/office/drawing/2014/main" id="{82EB6F7B-44A9-2DB5-9496-5DD6B112083A}"/>
              </a:ext>
            </a:extLst>
          </p:cNvPr>
          <p:cNvSpPr/>
          <p:nvPr/>
        </p:nvSpPr>
        <p:spPr>
          <a:xfrm rot="377888" flipV="1">
            <a:off x="2821333" y="937692"/>
            <a:ext cx="424074" cy="374846"/>
          </a:xfrm>
          <a:custGeom>
            <a:avLst/>
            <a:gdLst>
              <a:gd name="connsiteX0" fmla="*/ 0 w 967666"/>
              <a:gd name="connsiteY0" fmla="*/ 0 h 506027"/>
              <a:gd name="connsiteX1" fmla="*/ 248575 w 967666"/>
              <a:gd name="connsiteY1" fmla="*/ 328473 h 506027"/>
              <a:gd name="connsiteX2" fmla="*/ 967666 w 967666"/>
              <a:gd name="connsiteY2" fmla="*/ 506027 h 506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67666" h="506027">
                <a:moveTo>
                  <a:pt x="0" y="0"/>
                </a:moveTo>
                <a:cubicBezTo>
                  <a:pt x="43648" y="122067"/>
                  <a:pt x="87297" y="244135"/>
                  <a:pt x="248575" y="328473"/>
                </a:cubicBezTo>
                <a:cubicBezTo>
                  <a:pt x="409853" y="412811"/>
                  <a:pt x="872971" y="500109"/>
                  <a:pt x="967666" y="506027"/>
                </a:cubicBez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17" name="CaixaDeTexto 116">
            <a:extLst>
              <a:ext uri="{FF2B5EF4-FFF2-40B4-BE49-F238E27FC236}">
                <a16:creationId xmlns:a16="http://schemas.microsoft.com/office/drawing/2014/main" id="{331C58D7-D691-192B-FB6F-7940C0DD6693}"/>
              </a:ext>
            </a:extLst>
          </p:cNvPr>
          <p:cNvSpPr txBox="1"/>
          <p:nvPr/>
        </p:nvSpPr>
        <p:spPr>
          <a:xfrm>
            <a:off x="3184272" y="620882"/>
            <a:ext cx="14345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dirty="0"/>
              <a:t>Software para Análise</a:t>
            </a:r>
          </a:p>
        </p:txBody>
      </p:sp>
      <p:sp>
        <p:nvSpPr>
          <p:cNvPr id="118" name="Forma livre: Forma 117">
            <a:extLst>
              <a:ext uri="{FF2B5EF4-FFF2-40B4-BE49-F238E27FC236}">
                <a16:creationId xmlns:a16="http://schemas.microsoft.com/office/drawing/2014/main" id="{67EE4D0E-BC15-F7D8-213F-201AEA46E6A0}"/>
              </a:ext>
            </a:extLst>
          </p:cNvPr>
          <p:cNvSpPr/>
          <p:nvPr/>
        </p:nvSpPr>
        <p:spPr>
          <a:xfrm rot="20393900">
            <a:off x="5050415" y="2928774"/>
            <a:ext cx="2175466" cy="978037"/>
          </a:xfrm>
          <a:custGeom>
            <a:avLst/>
            <a:gdLst>
              <a:gd name="connsiteX0" fmla="*/ 0 w 967666"/>
              <a:gd name="connsiteY0" fmla="*/ 0 h 506027"/>
              <a:gd name="connsiteX1" fmla="*/ 248575 w 967666"/>
              <a:gd name="connsiteY1" fmla="*/ 328473 h 506027"/>
              <a:gd name="connsiteX2" fmla="*/ 967666 w 967666"/>
              <a:gd name="connsiteY2" fmla="*/ 506027 h 506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67666" h="506027">
                <a:moveTo>
                  <a:pt x="0" y="0"/>
                </a:moveTo>
                <a:cubicBezTo>
                  <a:pt x="43648" y="122067"/>
                  <a:pt x="87297" y="244135"/>
                  <a:pt x="248575" y="328473"/>
                </a:cubicBezTo>
                <a:cubicBezTo>
                  <a:pt x="409853" y="412811"/>
                  <a:pt x="872971" y="500109"/>
                  <a:pt x="967666" y="506027"/>
                </a:cubicBez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19" name="CaixaDeTexto 118">
            <a:extLst>
              <a:ext uri="{FF2B5EF4-FFF2-40B4-BE49-F238E27FC236}">
                <a16:creationId xmlns:a16="http://schemas.microsoft.com/office/drawing/2014/main" id="{D0926FA7-5502-A2FB-74E7-F3037C8FF62C}"/>
              </a:ext>
            </a:extLst>
          </p:cNvPr>
          <p:cNvSpPr txBox="1"/>
          <p:nvPr/>
        </p:nvSpPr>
        <p:spPr>
          <a:xfrm>
            <a:off x="4185470" y="2629484"/>
            <a:ext cx="17229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dirty="0"/>
              <a:t>Supercondutor Magnético</a:t>
            </a:r>
          </a:p>
        </p:txBody>
      </p:sp>
      <p:sp>
        <p:nvSpPr>
          <p:cNvPr id="6" name="Fluxograma: Intercalar 5">
            <a:extLst>
              <a:ext uri="{FF2B5EF4-FFF2-40B4-BE49-F238E27FC236}">
                <a16:creationId xmlns:a16="http://schemas.microsoft.com/office/drawing/2014/main" id="{A94ABF3C-87E9-2CDC-242B-A2371B72E4F5}"/>
              </a:ext>
            </a:extLst>
          </p:cNvPr>
          <p:cNvSpPr/>
          <p:nvPr/>
        </p:nvSpPr>
        <p:spPr>
          <a:xfrm rot="10800000">
            <a:off x="7694499" y="4565218"/>
            <a:ext cx="2041524" cy="391567"/>
          </a:xfrm>
          <a:prstGeom prst="flowChartMerg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C6182283-57BC-6C10-AD9D-3DF3952F54F4}"/>
              </a:ext>
            </a:extLst>
          </p:cNvPr>
          <p:cNvSpPr/>
          <p:nvPr/>
        </p:nvSpPr>
        <p:spPr>
          <a:xfrm>
            <a:off x="8656651" y="3720398"/>
            <a:ext cx="159857" cy="93458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cxnSp>
        <p:nvCxnSpPr>
          <p:cNvPr id="16" name="Conexão reta unidirecional 15">
            <a:extLst>
              <a:ext uri="{FF2B5EF4-FFF2-40B4-BE49-F238E27FC236}">
                <a16:creationId xmlns:a16="http://schemas.microsoft.com/office/drawing/2014/main" id="{13E82A76-0B70-F71F-7B7C-E4834C24975F}"/>
              </a:ext>
            </a:extLst>
          </p:cNvPr>
          <p:cNvCxnSpPr>
            <a:cxnSpLocks/>
          </p:cNvCxnSpPr>
          <p:nvPr/>
        </p:nvCxnSpPr>
        <p:spPr>
          <a:xfrm>
            <a:off x="6951030" y="3342046"/>
            <a:ext cx="40377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xão reta unidirecional 20">
            <a:extLst>
              <a:ext uri="{FF2B5EF4-FFF2-40B4-BE49-F238E27FC236}">
                <a16:creationId xmlns:a16="http://schemas.microsoft.com/office/drawing/2014/main" id="{D35402B4-3985-809F-0CFD-D65F84DA7BC7}"/>
              </a:ext>
            </a:extLst>
          </p:cNvPr>
          <p:cNvCxnSpPr>
            <a:cxnSpLocks/>
          </p:cNvCxnSpPr>
          <p:nvPr/>
        </p:nvCxnSpPr>
        <p:spPr>
          <a:xfrm flipH="1" flipV="1">
            <a:off x="8724945" y="146795"/>
            <a:ext cx="11750" cy="63964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09138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FBFA0D26-73FA-6DC6-5916-84DDBBC7A9F6}"/>
              </a:ext>
            </a:extLst>
          </p:cNvPr>
          <p:cNvSpPr/>
          <p:nvPr/>
        </p:nvSpPr>
        <p:spPr>
          <a:xfrm>
            <a:off x="3421067" y="1453472"/>
            <a:ext cx="807869" cy="1003177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82ED235-69EF-532E-6A7B-1D24DFFF28C0}"/>
              </a:ext>
            </a:extLst>
          </p:cNvPr>
          <p:cNvSpPr/>
          <p:nvPr/>
        </p:nvSpPr>
        <p:spPr>
          <a:xfrm>
            <a:off x="3276804" y="1454703"/>
            <a:ext cx="807869" cy="1003177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31466CC-95CB-DDB8-092D-DAF3411A67A0}"/>
              </a:ext>
            </a:extLst>
          </p:cNvPr>
          <p:cNvSpPr/>
          <p:nvPr/>
        </p:nvSpPr>
        <p:spPr>
          <a:xfrm>
            <a:off x="3132541" y="1453472"/>
            <a:ext cx="807869" cy="1003177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" name="Duplo semicírculo 7">
            <a:extLst>
              <a:ext uri="{FF2B5EF4-FFF2-40B4-BE49-F238E27FC236}">
                <a16:creationId xmlns:a16="http://schemas.microsoft.com/office/drawing/2014/main" id="{B3F63C69-158B-515D-DA23-7D80D31D82F9}"/>
              </a:ext>
            </a:extLst>
          </p:cNvPr>
          <p:cNvSpPr/>
          <p:nvPr/>
        </p:nvSpPr>
        <p:spPr>
          <a:xfrm rot="5400000">
            <a:off x="2842679" y="1503180"/>
            <a:ext cx="1001949" cy="904989"/>
          </a:xfrm>
          <a:prstGeom prst="blockArc">
            <a:avLst>
              <a:gd name="adj1" fmla="val 2691604"/>
              <a:gd name="adj2" fmla="val 21559481"/>
              <a:gd name="adj3" fmla="val 1538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tx1"/>
              </a:solidFill>
            </a:endParaRPr>
          </a:p>
        </p:txBody>
      </p:sp>
      <p:sp>
        <p:nvSpPr>
          <p:cNvPr id="9" name="Duplo semicírculo 8">
            <a:extLst>
              <a:ext uri="{FF2B5EF4-FFF2-40B4-BE49-F238E27FC236}">
                <a16:creationId xmlns:a16="http://schemas.microsoft.com/office/drawing/2014/main" id="{92571AD9-48AC-54AE-17C9-E13D15055DC5}"/>
              </a:ext>
            </a:extLst>
          </p:cNvPr>
          <p:cNvSpPr/>
          <p:nvPr/>
        </p:nvSpPr>
        <p:spPr>
          <a:xfrm rot="16200000">
            <a:off x="3535139" y="1551740"/>
            <a:ext cx="1001949" cy="807868"/>
          </a:xfrm>
          <a:prstGeom prst="blockArc">
            <a:avLst>
              <a:gd name="adj1" fmla="val 5320798"/>
              <a:gd name="adj2" fmla="val 21559481"/>
              <a:gd name="adj3" fmla="val 1538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tx1"/>
              </a:solidFill>
            </a:endParaRPr>
          </a:p>
        </p:txBody>
      </p:sp>
      <p:sp>
        <p:nvSpPr>
          <p:cNvPr id="10" name="Forma livre: Forma 9">
            <a:extLst>
              <a:ext uri="{FF2B5EF4-FFF2-40B4-BE49-F238E27FC236}">
                <a16:creationId xmlns:a16="http://schemas.microsoft.com/office/drawing/2014/main" id="{E742D497-DE69-2F1F-3088-FB44222CA8D1}"/>
              </a:ext>
            </a:extLst>
          </p:cNvPr>
          <p:cNvSpPr/>
          <p:nvPr/>
        </p:nvSpPr>
        <p:spPr>
          <a:xfrm>
            <a:off x="7092944" y="1259374"/>
            <a:ext cx="1676803" cy="1945465"/>
          </a:xfrm>
          <a:custGeom>
            <a:avLst/>
            <a:gdLst>
              <a:gd name="connsiteX0" fmla="*/ 1340842 w 1676803"/>
              <a:gd name="connsiteY0" fmla="*/ 63399 h 1945465"/>
              <a:gd name="connsiteX1" fmla="*/ 1296454 w 1676803"/>
              <a:gd name="connsiteY1" fmla="*/ 54521 h 1945465"/>
              <a:gd name="connsiteX2" fmla="*/ 1189922 w 1676803"/>
              <a:gd name="connsiteY2" fmla="*/ 45643 h 1945465"/>
              <a:gd name="connsiteX3" fmla="*/ 879204 w 1676803"/>
              <a:gd name="connsiteY3" fmla="*/ 1255 h 1945465"/>
              <a:gd name="connsiteX4" fmla="*/ 444198 w 1676803"/>
              <a:gd name="connsiteY4" fmla="*/ 10133 h 1945465"/>
              <a:gd name="connsiteX5" fmla="*/ 311033 w 1676803"/>
              <a:gd name="connsiteY5" fmla="*/ 72276 h 1945465"/>
              <a:gd name="connsiteX6" fmla="*/ 89091 w 1676803"/>
              <a:gd name="connsiteY6" fmla="*/ 258708 h 1945465"/>
              <a:gd name="connsiteX7" fmla="*/ 53580 w 1676803"/>
              <a:gd name="connsiteY7" fmla="*/ 303096 h 1945465"/>
              <a:gd name="connsiteX8" fmla="*/ 133479 w 1676803"/>
              <a:gd name="connsiteY8" fmla="*/ 525038 h 1945465"/>
              <a:gd name="connsiteX9" fmla="*/ 506341 w 1676803"/>
              <a:gd name="connsiteY9" fmla="*/ 800245 h 1945465"/>
              <a:gd name="connsiteX10" fmla="*/ 799305 w 1676803"/>
              <a:gd name="connsiteY10" fmla="*/ 862389 h 1945465"/>
              <a:gd name="connsiteX11" fmla="*/ 1047879 w 1676803"/>
              <a:gd name="connsiteY11" fmla="*/ 871267 h 1945465"/>
              <a:gd name="connsiteX12" fmla="*/ 1438497 w 1676803"/>
              <a:gd name="connsiteY12" fmla="*/ 844634 h 1945465"/>
              <a:gd name="connsiteX13" fmla="*/ 1491763 w 1676803"/>
              <a:gd name="connsiteY13" fmla="*/ 835756 h 1945465"/>
              <a:gd name="connsiteX14" fmla="*/ 1252066 w 1676803"/>
              <a:gd name="connsiteY14" fmla="*/ 587181 h 1945465"/>
              <a:gd name="connsiteX15" fmla="*/ 843693 w 1676803"/>
              <a:gd name="connsiteY15" fmla="*/ 516160 h 1945465"/>
              <a:gd name="connsiteX16" fmla="*/ 408687 w 1676803"/>
              <a:gd name="connsiteY16" fmla="*/ 596059 h 1945465"/>
              <a:gd name="connsiteX17" fmla="*/ 311033 w 1676803"/>
              <a:gd name="connsiteY17" fmla="*/ 693713 h 1945465"/>
              <a:gd name="connsiteX18" fmla="*/ 71336 w 1676803"/>
              <a:gd name="connsiteY18" fmla="*/ 862389 h 1945465"/>
              <a:gd name="connsiteX19" fmla="*/ 35825 w 1676803"/>
              <a:gd name="connsiteY19" fmla="*/ 906777 h 1945465"/>
              <a:gd name="connsiteX20" fmla="*/ 257767 w 1676803"/>
              <a:gd name="connsiteY20" fmla="*/ 1217496 h 1945465"/>
              <a:gd name="connsiteX21" fmla="*/ 497464 w 1676803"/>
              <a:gd name="connsiteY21" fmla="*/ 1279640 h 1945465"/>
              <a:gd name="connsiteX22" fmla="*/ 985736 w 1676803"/>
              <a:gd name="connsiteY22" fmla="*/ 1341783 h 1945465"/>
              <a:gd name="connsiteX23" fmla="*/ 1367475 w 1676803"/>
              <a:gd name="connsiteY23" fmla="*/ 1324028 h 1945465"/>
              <a:gd name="connsiteX24" fmla="*/ 1509518 w 1676803"/>
              <a:gd name="connsiteY24" fmla="*/ 1297395 h 1945465"/>
              <a:gd name="connsiteX25" fmla="*/ 1491763 w 1676803"/>
              <a:gd name="connsiteY25" fmla="*/ 1208618 h 1945465"/>
              <a:gd name="connsiteX26" fmla="*/ 1349720 w 1676803"/>
              <a:gd name="connsiteY26" fmla="*/ 1084331 h 1945465"/>
              <a:gd name="connsiteX27" fmla="*/ 985736 w 1676803"/>
              <a:gd name="connsiteY27" fmla="*/ 995554 h 1945465"/>
              <a:gd name="connsiteX28" fmla="*/ 568485 w 1676803"/>
              <a:gd name="connsiteY28" fmla="*/ 1039943 h 1945465"/>
              <a:gd name="connsiteX29" fmla="*/ 89091 w 1676803"/>
              <a:gd name="connsiteY29" fmla="*/ 1253007 h 1945465"/>
              <a:gd name="connsiteX30" fmla="*/ 35825 w 1676803"/>
              <a:gd name="connsiteY30" fmla="*/ 1297395 h 1945465"/>
              <a:gd name="connsiteX31" fmla="*/ 314 w 1676803"/>
              <a:gd name="connsiteY31" fmla="*/ 1359539 h 1945465"/>
              <a:gd name="connsiteX32" fmla="*/ 62458 w 1676803"/>
              <a:gd name="connsiteY32" fmla="*/ 1474948 h 1945465"/>
              <a:gd name="connsiteX33" fmla="*/ 275522 w 1676803"/>
              <a:gd name="connsiteY33" fmla="*/ 1616991 h 1945465"/>
              <a:gd name="connsiteX34" fmla="*/ 1003491 w 1676803"/>
              <a:gd name="connsiteY34" fmla="*/ 1794544 h 1945465"/>
              <a:gd name="connsiteX35" fmla="*/ 1198800 w 1676803"/>
              <a:gd name="connsiteY35" fmla="*/ 1821177 h 1945465"/>
              <a:gd name="connsiteX36" fmla="*/ 1420741 w 1676803"/>
              <a:gd name="connsiteY36" fmla="*/ 1812300 h 1945465"/>
              <a:gd name="connsiteX37" fmla="*/ 1536151 w 1676803"/>
              <a:gd name="connsiteY37" fmla="*/ 1759034 h 1945465"/>
              <a:gd name="connsiteX38" fmla="*/ 1651561 w 1676803"/>
              <a:gd name="connsiteY38" fmla="*/ 1723523 h 1945465"/>
              <a:gd name="connsiteX39" fmla="*/ 1527273 w 1676803"/>
              <a:gd name="connsiteY39" fmla="*/ 1608113 h 1945465"/>
              <a:gd name="connsiteX40" fmla="*/ 1056757 w 1676803"/>
              <a:gd name="connsiteY40" fmla="*/ 1501581 h 1945465"/>
              <a:gd name="connsiteX41" fmla="*/ 302155 w 1676803"/>
              <a:gd name="connsiteY41" fmla="*/ 1661379 h 1945465"/>
              <a:gd name="connsiteX42" fmla="*/ 168990 w 1676803"/>
              <a:gd name="connsiteY42" fmla="*/ 1732401 h 1945465"/>
              <a:gd name="connsiteX43" fmla="*/ 62458 w 1676803"/>
              <a:gd name="connsiteY43" fmla="*/ 1945465 h 19454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1676803" h="1945465">
                <a:moveTo>
                  <a:pt x="1340842" y="63399"/>
                </a:moveTo>
                <a:cubicBezTo>
                  <a:pt x="1326046" y="60440"/>
                  <a:pt x="1311440" y="56284"/>
                  <a:pt x="1296454" y="54521"/>
                </a:cubicBezTo>
                <a:cubicBezTo>
                  <a:pt x="1261064" y="50357"/>
                  <a:pt x="1225038" y="51697"/>
                  <a:pt x="1189922" y="45643"/>
                </a:cubicBezTo>
                <a:cubicBezTo>
                  <a:pt x="877922" y="-8150"/>
                  <a:pt x="1203275" y="19260"/>
                  <a:pt x="879204" y="1255"/>
                </a:cubicBezTo>
                <a:cubicBezTo>
                  <a:pt x="734202" y="4214"/>
                  <a:pt x="588110" y="-7856"/>
                  <a:pt x="444198" y="10133"/>
                </a:cubicBezTo>
                <a:cubicBezTo>
                  <a:pt x="395593" y="16209"/>
                  <a:pt x="353036" y="47074"/>
                  <a:pt x="311033" y="72276"/>
                </a:cubicBezTo>
                <a:cubicBezTo>
                  <a:pt x="216777" y="128829"/>
                  <a:pt x="161550" y="181073"/>
                  <a:pt x="89091" y="258708"/>
                </a:cubicBezTo>
                <a:cubicBezTo>
                  <a:pt x="76162" y="272560"/>
                  <a:pt x="65417" y="288300"/>
                  <a:pt x="53580" y="303096"/>
                </a:cubicBezTo>
                <a:cubicBezTo>
                  <a:pt x="34370" y="399151"/>
                  <a:pt x="26363" y="391954"/>
                  <a:pt x="133479" y="525038"/>
                </a:cubicBezTo>
                <a:cubicBezTo>
                  <a:pt x="215187" y="626554"/>
                  <a:pt x="372890" y="756617"/>
                  <a:pt x="506341" y="800245"/>
                </a:cubicBezTo>
                <a:cubicBezTo>
                  <a:pt x="601227" y="831265"/>
                  <a:pt x="700325" y="849408"/>
                  <a:pt x="799305" y="862389"/>
                </a:cubicBezTo>
                <a:cubicBezTo>
                  <a:pt x="881512" y="873170"/>
                  <a:pt x="965021" y="868308"/>
                  <a:pt x="1047879" y="871267"/>
                </a:cubicBezTo>
                <a:lnTo>
                  <a:pt x="1438497" y="844634"/>
                </a:lnTo>
                <a:cubicBezTo>
                  <a:pt x="1456440" y="843199"/>
                  <a:pt x="1494309" y="853575"/>
                  <a:pt x="1491763" y="835756"/>
                </a:cubicBezTo>
                <a:cubicBezTo>
                  <a:pt x="1465373" y="651025"/>
                  <a:pt x="1401629" y="643267"/>
                  <a:pt x="1252066" y="587181"/>
                </a:cubicBezTo>
                <a:cubicBezTo>
                  <a:pt x="1033861" y="505354"/>
                  <a:pt x="1078362" y="525938"/>
                  <a:pt x="843693" y="516160"/>
                </a:cubicBezTo>
                <a:cubicBezTo>
                  <a:pt x="794417" y="523741"/>
                  <a:pt x="464910" y="569601"/>
                  <a:pt x="408687" y="596059"/>
                </a:cubicBezTo>
                <a:cubicBezTo>
                  <a:pt x="367034" y="615660"/>
                  <a:pt x="345985" y="663754"/>
                  <a:pt x="311033" y="693713"/>
                </a:cubicBezTo>
                <a:cubicBezTo>
                  <a:pt x="196807" y="791621"/>
                  <a:pt x="179483" y="797500"/>
                  <a:pt x="71336" y="862389"/>
                </a:cubicBezTo>
                <a:cubicBezTo>
                  <a:pt x="59499" y="877185"/>
                  <a:pt x="32494" y="888124"/>
                  <a:pt x="35825" y="906777"/>
                </a:cubicBezTo>
                <a:cubicBezTo>
                  <a:pt x="62611" y="1056782"/>
                  <a:pt x="117727" y="1155618"/>
                  <a:pt x="257767" y="1217496"/>
                </a:cubicBezTo>
                <a:cubicBezTo>
                  <a:pt x="333266" y="1250856"/>
                  <a:pt x="416990" y="1261286"/>
                  <a:pt x="497464" y="1279640"/>
                </a:cubicBezTo>
                <a:cubicBezTo>
                  <a:pt x="785809" y="1345403"/>
                  <a:pt x="714702" y="1330942"/>
                  <a:pt x="985736" y="1341783"/>
                </a:cubicBezTo>
                <a:cubicBezTo>
                  <a:pt x="1112982" y="1335865"/>
                  <a:pt x="1240439" y="1333438"/>
                  <a:pt x="1367475" y="1324028"/>
                </a:cubicBezTo>
                <a:cubicBezTo>
                  <a:pt x="1383729" y="1322824"/>
                  <a:pt x="1476582" y="1303983"/>
                  <a:pt x="1509518" y="1297395"/>
                </a:cubicBezTo>
                <a:cubicBezTo>
                  <a:pt x="1503600" y="1267803"/>
                  <a:pt x="1509870" y="1232761"/>
                  <a:pt x="1491763" y="1208618"/>
                </a:cubicBezTo>
                <a:cubicBezTo>
                  <a:pt x="1454015" y="1158287"/>
                  <a:pt x="1403948" y="1116230"/>
                  <a:pt x="1349720" y="1084331"/>
                </a:cubicBezTo>
                <a:cubicBezTo>
                  <a:pt x="1263017" y="1033329"/>
                  <a:pt x="1074665" y="1011020"/>
                  <a:pt x="985736" y="995554"/>
                </a:cubicBezTo>
                <a:cubicBezTo>
                  <a:pt x="846652" y="1010350"/>
                  <a:pt x="704085" y="1005653"/>
                  <a:pt x="568485" y="1039943"/>
                </a:cubicBezTo>
                <a:cubicBezTo>
                  <a:pt x="559402" y="1042240"/>
                  <a:pt x="188447" y="1193393"/>
                  <a:pt x="89091" y="1253007"/>
                </a:cubicBezTo>
                <a:cubicBezTo>
                  <a:pt x="69272" y="1264898"/>
                  <a:pt x="53580" y="1282599"/>
                  <a:pt x="35825" y="1297395"/>
                </a:cubicBezTo>
                <a:cubicBezTo>
                  <a:pt x="23988" y="1318110"/>
                  <a:pt x="-3225" y="1335945"/>
                  <a:pt x="314" y="1359539"/>
                </a:cubicBezTo>
                <a:cubicBezTo>
                  <a:pt x="6795" y="1402748"/>
                  <a:pt x="35979" y="1440194"/>
                  <a:pt x="62458" y="1474948"/>
                </a:cubicBezTo>
                <a:cubicBezTo>
                  <a:pt x="105088" y="1530900"/>
                  <a:pt x="216612" y="1597661"/>
                  <a:pt x="275522" y="1616991"/>
                </a:cubicBezTo>
                <a:cubicBezTo>
                  <a:pt x="441958" y="1671603"/>
                  <a:pt x="806697" y="1758764"/>
                  <a:pt x="1003491" y="1794544"/>
                </a:cubicBezTo>
                <a:cubicBezTo>
                  <a:pt x="1068137" y="1806298"/>
                  <a:pt x="1133697" y="1812299"/>
                  <a:pt x="1198800" y="1821177"/>
                </a:cubicBezTo>
                <a:lnTo>
                  <a:pt x="1420741" y="1812300"/>
                </a:lnTo>
                <a:cubicBezTo>
                  <a:pt x="1462410" y="1804624"/>
                  <a:pt x="1496605" y="1774244"/>
                  <a:pt x="1536151" y="1759034"/>
                </a:cubicBezTo>
                <a:cubicBezTo>
                  <a:pt x="1573718" y="1744585"/>
                  <a:pt x="1613091" y="1735360"/>
                  <a:pt x="1651561" y="1723523"/>
                </a:cubicBezTo>
                <a:cubicBezTo>
                  <a:pt x="1697181" y="1655091"/>
                  <a:pt x="1694617" y="1678164"/>
                  <a:pt x="1527273" y="1608113"/>
                </a:cubicBezTo>
                <a:cubicBezTo>
                  <a:pt x="1358151" y="1537318"/>
                  <a:pt x="1234289" y="1528894"/>
                  <a:pt x="1056757" y="1501581"/>
                </a:cubicBezTo>
                <a:cubicBezTo>
                  <a:pt x="881425" y="1533198"/>
                  <a:pt x="514240" y="1579808"/>
                  <a:pt x="302155" y="1661379"/>
                </a:cubicBezTo>
                <a:cubicBezTo>
                  <a:pt x="255201" y="1679438"/>
                  <a:pt x="213378" y="1708727"/>
                  <a:pt x="168990" y="1732401"/>
                </a:cubicBezTo>
                <a:cubicBezTo>
                  <a:pt x="50512" y="1900244"/>
                  <a:pt x="62458" y="1821744"/>
                  <a:pt x="62458" y="1945465"/>
                </a:cubicBez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" name="Fluxograma: Intercalar 1">
            <a:extLst>
              <a:ext uri="{FF2B5EF4-FFF2-40B4-BE49-F238E27FC236}">
                <a16:creationId xmlns:a16="http://schemas.microsoft.com/office/drawing/2014/main" id="{6362B889-755E-609B-C4CF-EC5AFBE948BC}"/>
              </a:ext>
            </a:extLst>
          </p:cNvPr>
          <p:cNvSpPr/>
          <p:nvPr/>
        </p:nvSpPr>
        <p:spPr>
          <a:xfrm rot="10800000">
            <a:off x="7694499" y="4565218"/>
            <a:ext cx="2041524" cy="391567"/>
          </a:xfrm>
          <a:prstGeom prst="flowChartMerg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6725105B-309E-B58D-3E8A-9BD91AC3E83B}"/>
              </a:ext>
            </a:extLst>
          </p:cNvPr>
          <p:cNvSpPr/>
          <p:nvPr/>
        </p:nvSpPr>
        <p:spPr>
          <a:xfrm>
            <a:off x="8656651" y="3720398"/>
            <a:ext cx="159857" cy="93458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4684818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</TotalTime>
  <Words>22</Words>
  <Application>Microsoft Office PowerPoint</Application>
  <PresentationFormat>Ecrã Panorâmico</PresentationFormat>
  <Paragraphs>9</Paragraphs>
  <Slides>2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Armando Gonçalves</dc:creator>
  <cp:lastModifiedBy>Armando Gonçalves</cp:lastModifiedBy>
  <cp:revision>4</cp:revision>
  <dcterms:created xsi:type="dcterms:W3CDTF">2023-01-16T22:25:44Z</dcterms:created>
  <dcterms:modified xsi:type="dcterms:W3CDTF">2023-01-31T13:02:08Z</dcterms:modified>
</cp:coreProperties>
</file>